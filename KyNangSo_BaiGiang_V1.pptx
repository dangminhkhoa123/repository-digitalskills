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86" d="100"/>
          <a:sy n="86" d="100"/>
        </p:scale>
        <p:origin x="65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73739-4F07-4A94-83DF-889A890E044E}" type="datetimeFigureOut">
              <a:rPr lang="vi-VN" smtClean="0"/>
              <a:t>16/10/2026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AAC89-4944-4042-9B56-D507CD205C1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02157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73739-4F07-4A94-83DF-889A890E044E}" type="datetimeFigureOut">
              <a:rPr lang="vi-VN" smtClean="0"/>
              <a:t>16/10/2026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AAC89-4944-4042-9B56-D507CD205C1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8872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73739-4F07-4A94-83DF-889A890E044E}" type="datetimeFigureOut">
              <a:rPr lang="vi-VN" smtClean="0"/>
              <a:t>16/10/2026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AAC89-4944-4042-9B56-D507CD205C1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68320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73739-4F07-4A94-83DF-889A890E044E}" type="datetimeFigureOut">
              <a:rPr lang="vi-VN" smtClean="0"/>
              <a:t>16/10/2026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AAC89-4944-4042-9B56-D507CD205C1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75858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73739-4F07-4A94-83DF-889A890E044E}" type="datetimeFigureOut">
              <a:rPr lang="vi-VN" smtClean="0"/>
              <a:t>16/10/2026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AAC89-4944-4042-9B56-D507CD205C1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79982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73739-4F07-4A94-83DF-889A890E044E}" type="datetimeFigureOut">
              <a:rPr lang="vi-VN" smtClean="0"/>
              <a:t>16/10/2026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AAC89-4944-4042-9B56-D507CD205C1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82798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73739-4F07-4A94-83DF-889A890E044E}" type="datetimeFigureOut">
              <a:rPr lang="vi-VN" smtClean="0"/>
              <a:t>16/10/2026</a:t>
            </a:fld>
            <a:endParaRPr lang="vi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AAC89-4944-4042-9B56-D507CD205C1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10197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73739-4F07-4A94-83DF-889A890E044E}" type="datetimeFigureOut">
              <a:rPr lang="vi-VN" smtClean="0"/>
              <a:t>16/10/2026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AAC89-4944-4042-9B56-D507CD205C1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43679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73739-4F07-4A94-83DF-889A890E044E}" type="datetimeFigureOut">
              <a:rPr lang="vi-VN" smtClean="0"/>
              <a:t>16/10/2026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AAC89-4944-4042-9B56-D507CD205C1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03866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73739-4F07-4A94-83DF-889A890E044E}" type="datetimeFigureOut">
              <a:rPr lang="vi-VN" smtClean="0"/>
              <a:t>16/10/2026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AAC89-4944-4042-9B56-D507CD205C1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31802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73739-4F07-4A94-83DF-889A890E044E}" type="datetimeFigureOut">
              <a:rPr lang="vi-VN" smtClean="0"/>
              <a:t>16/10/2026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AAC89-4944-4042-9B56-D507CD205C1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3256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773739-4F07-4A94-83DF-889A890E044E}" type="datetimeFigureOut">
              <a:rPr lang="vi-VN" smtClean="0"/>
              <a:t>16/10/2026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4AAC89-4944-4042-9B56-D507CD205C1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12590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885839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1</cp:revision>
  <dcterms:created xsi:type="dcterms:W3CDTF">2026-10-16T06:15:51Z</dcterms:created>
  <dcterms:modified xsi:type="dcterms:W3CDTF">2026-10-16T06:16:57Z</dcterms:modified>
</cp:coreProperties>
</file>